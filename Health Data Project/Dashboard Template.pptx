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D2EC"/>
    <a:srgbClr val="7EACD4"/>
    <a:srgbClr val="B5B6EC"/>
    <a:srgbClr val="E6D6F2"/>
    <a:srgbClr val="C39B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92" autoAdjust="0"/>
    <p:restoredTop sz="94660"/>
  </p:normalViewPr>
  <p:slideViewPr>
    <p:cSldViewPr snapToGrid="0">
      <p:cViewPr varScale="1">
        <p:scale>
          <a:sx n="49" d="100"/>
          <a:sy n="49" d="100"/>
        </p:scale>
        <p:origin x="60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9C64C-64F1-4E68-A431-CBC71094BD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1580F0-047F-4BA4-9590-08323FCEA3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2FBC8-A006-4B05-8A7B-9BAE237C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A056-70C1-4B7F-8A3D-D6CDDEB0B86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098C6-0A56-409C-9407-87EFABCE1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CDDD3-D8CD-441D-9679-5D8B4EA8F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B944-C053-4518-8A47-318F12B21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545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93EDD-DC72-4E0A-9B00-CE62D004D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1C1B2-DB19-469F-9DE5-36822B8BE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C0EB6-A82F-4FB5-A880-A531E0E42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A056-70C1-4B7F-8A3D-D6CDDEB0B86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92B7B-CB02-4B62-AAB5-42F2074DF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B4BEA-0C43-4D3B-9E87-94127212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B944-C053-4518-8A47-318F12B21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697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303AD-45E2-40A5-8A9E-F91269CB6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57BEE-A0F7-4E64-9A89-E1BBAD9AF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8A603-78CE-4C0B-A188-D0F543682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A056-70C1-4B7F-8A3D-D6CDDEB0B86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89FC9-3370-4050-9433-F4FBC0711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E6F08-672E-4996-8A34-D1F7A6621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B944-C053-4518-8A47-318F12B21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953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27687-9310-4D6A-8A22-033BD94A4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149A0-5EE7-4C79-8EBC-2AD2995442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D049AB-DABB-4E9E-8597-CBF0D1911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0304B7-6803-4650-882B-BCD56E90B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A056-70C1-4B7F-8A3D-D6CDDEB0B86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D4D80-3A5C-49F0-9CAA-5D7A097F3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D2F4DB-A955-4568-B2AA-C91FC1939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B944-C053-4518-8A47-318F12B21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822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99BCA-9EE4-4137-9926-198DAA750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8A580-4673-4BB2-BBF7-A6C2B707D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FAECDB-9127-4D79-B6EB-838CCB70C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13290B-936E-4B1D-823C-A263326915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82B779-66C7-4B27-BE6B-817B0B58EC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98317E-A421-4D13-8417-0F592D67D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A056-70C1-4B7F-8A3D-D6CDDEB0B86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068A17-6696-46E6-A433-3EE9F9D49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310202-7D9F-4FC8-B41E-3DE103BF5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B944-C053-4518-8A47-318F12B21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525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34018-4C8E-4FC0-8D59-1BF89C251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C3C963-2129-4AE1-BE13-36E0412A0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A056-70C1-4B7F-8A3D-D6CDDEB0B86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754958-AD8F-46D8-808A-5B128408F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E8D1C9-98E4-431F-A3EA-80AC835D0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B944-C053-4518-8A47-318F12B21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436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6E4D07-3157-4F1A-B469-245F9346E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A056-70C1-4B7F-8A3D-D6CDDEB0B86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AF640F-1B4F-4C53-BF39-FDCEB9849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793D4-8A07-4F72-87E7-62A7B5348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B944-C053-4518-8A47-318F12B21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062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3BEAF-4363-4E9B-8E0F-F5F5634A9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E2092-A2A7-4273-A76D-2D1140994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84FE86-82AB-43AE-9CEA-A483BE5C08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59E490-9F06-4B4D-9C52-3ED4B9FC8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A056-70C1-4B7F-8A3D-D6CDDEB0B86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94C7E-953D-4787-B428-58682A925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E3C4C6-E594-4B35-AE19-458EA9F1F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B944-C053-4518-8A47-318F12B21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6D927-24AD-46CE-9516-7B00A3D1E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188DE2-0F9E-4D04-909F-A1193C2C58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9BA8C8-272A-4E42-9DE9-1518ACDD2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865838-F067-47CC-BB97-B18AD755D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A056-70C1-4B7F-8A3D-D6CDDEB0B86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80033-D158-4FB5-A260-6ADAF6500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31503-B28F-4ED8-9B89-82EC2FF3A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B944-C053-4518-8A47-318F12B21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257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A7D9B-A1CD-4C79-8372-B17A4E14D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934387-7FC2-47AF-B7DA-B9ACC81BB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71CE9-A4E2-46C1-8954-5CF97A1CE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A056-70C1-4B7F-8A3D-D6CDDEB0B86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F7E91-3D0C-4C9F-80B6-17913422D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967C4-1AF6-4DCB-BA49-D839721F3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B944-C053-4518-8A47-318F12B21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60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1856D1-A083-451D-9C1F-A4DBFC2C4D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96B55-BE02-4636-A393-FB1C0CB96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758FB-3DDA-4E78-ACC2-66CD48E45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A056-70C1-4B7F-8A3D-D6CDDEB0B86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A4B59-0040-4DA4-AAC7-78DBCA37C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3314-74D7-428C-8356-84B194351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B944-C053-4518-8A47-318F12B21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415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5B410A-6FCB-4B73-850C-070BB1387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BDFA0-4E19-4965-9284-057BA9E89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A4EAD-D796-4343-891A-EED899841D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DA056-70C1-4B7F-8A3D-D6CDDEB0B86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52B52-F4E6-4151-BA38-73DAECDC0E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27ECD-0DB4-49FE-A29E-B0C5E7E12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EB944-C053-4518-8A47-318F12B21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922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6D6F2"/>
            </a:gs>
            <a:gs pos="17948">
              <a:srgbClr val="D8D1EF"/>
            </a:gs>
            <a:gs pos="31598">
              <a:srgbClr val="CDCDEC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rgbClr val="B5D2EC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8E2DBE6-2BE9-4B9A-9512-DB464DF2746B}"/>
              </a:ext>
            </a:extLst>
          </p:cNvPr>
          <p:cNvSpPr/>
          <p:nvPr/>
        </p:nvSpPr>
        <p:spPr>
          <a:xfrm>
            <a:off x="42204" y="465541"/>
            <a:ext cx="12066740" cy="6392459"/>
          </a:xfrm>
          <a:prstGeom prst="roundRect">
            <a:avLst>
              <a:gd name="adj" fmla="val 1292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Diagonal Corners Rounded 24">
            <a:extLst>
              <a:ext uri="{FF2B5EF4-FFF2-40B4-BE49-F238E27FC236}">
                <a16:creationId xmlns:a16="http://schemas.microsoft.com/office/drawing/2014/main" id="{B041F762-5392-41A7-9373-D38C0314EA9B}"/>
              </a:ext>
            </a:extLst>
          </p:cNvPr>
          <p:cNvSpPr/>
          <p:nvPr/>
        </p:nvSpPr>
        <p:spPr>
          <a:xfrm>
            <a:off x="8426549" y="465541"/>
            <a:ext cx="3558188" cy="1605281"/>
          </a:xfrm>
          <a:prstGeom prst="round2DiagRect">
            <a:avLst/>
          </a:prstGeom>
          <a:solidFill>
            <a:srgbClr val="B5B6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089B882-00AF-4C56-98C3-72C30BC398AB}"/>
              </a:ext>
            </a:extLst>
          </p:cNvPr>
          <p:cNvSpPr/>
          <p:nvPr/>
        </p:nvSpPr>
        <p:spPr>
          <a:xfrm>
            <a:off x="125260" y="2317906"/>
            <a:ext cx="3653424" cy="4279842"/>
          </a:xfrm>
          <a:prstGeom prst="roundRect">
            <a:avLst>
              <a:gd name="adj" fmla="val 422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64BD6DA-97B0-4F81-8D22-F0005BD8FB34}"/>
              </a:ext>
            </a:extLst>
          </p:cNvPr>
          <p:cNvSpPr/>
          <p:nvPr/>
        </p:nvSpPr>
        <p:spPr>
          <a:xfrm>
            <a:off x="8211398" y="2317906"/>
            <a:ext cx="3773338" cy="4279842"/>
          </a:xfrm>
          <a:prstGeom prst="roundRect">
            <a:avLst>
              <a:gd name="adj" fmla="val 422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D1C9913-09F8-4225-8CB5-1F2766F09537}"/>
              </a:ext>
            </a:extLst>
          </p:cNvPr>
          <p:cNvSpPr/>
          <p:nvPr/>
        </p:nvSpPr>
        <p:spPr>
          <a:xfrm>
            <a:off x="3873215" y="2329841"/>
            <a:ext cx="4243652" cy="2129425"/>
          </a:xfrm>
          <a:prstGeom prst="roundRect">
            <a:avLst>
              <a:gd name="adj" fmla="val 422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EAB8E16-8C25-498B-937D-57020338177C}"/>
              </a:ext>
            </a:extLst>
          </p:cNvPr>
          <p:cNvSpPr/>
          <p:nvPr/>
        </p:nvSpPr>
        <p:spPr>
          <a:xfrm>
            <a:off x="3873215" y="4619809"/>
            <a:ext cx="4243652" cy="1977940"/>
          </a:xfrm>
          <a:prstGeom prst="roundRect">
            <a:avLst>
              <a:gd name="adj" fmla="val 422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721F549-5B10-455D-80B8-93B765948A1B}"/>
              </a:ext>
            </a:extLst>
          </p:cNvPr>
          <p:cNvSpPr/>
          <p:nvPr/>
        </p:nvSpPr>
        <p:spPr>
          <a:xfrm>
            <a:off x="125260" y="674457"/>
            <a:ext cx="11859476" cy="1494842"/>
          </a:xfrm>
          <a:prstGeom prst="roundRect">
            <a:avLst>
              <a:gd name="adj" fmla="val 422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C0CC4CE-AC15-4D38-BA18-96D2AAF88105}"/>
              </a:ext>
            </a:extLst>
          </p:cNvPr>
          <p:cNvGrpSpPr/>
          <p:nvPr/>
        </p:nvGrpSpPr>
        <p:grpSpPr>
          <a:xfrm>
            <a:off x="103379" y="-2036831"/>
            <a:ext cx="2328536" cy="2036831"/>
            <a:chOff x="3117841" y="1139087"/>
            <a:chExt cx="2687214" cy="4280434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5F249BD9-8CE9-4666-AA5D-E3736BA252A1}"/>
                </a:ext>
              </a:extLst>
            </p:cNvPr>
            <p:cNvSpPr/>
            <p:nvPr/>
          </p:nvSpPr>
          <p:spPr>
            <a:xfrm>
              <a:off x="3117842" y="1139679"/>
              <a:ext cx="2687213" cy="4279842"/>
            </a:xfrm>
            <a:prstGeom prst="roundRect">
              <a:avLst>
                <a:gd name="adj" fmla="val 4226"/>
              </a:avLst>
            </a:prstGeom>
            <a:solidFill>
              <a:srgbClr val="B5D2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950777E-EECE-4752-9D55-5EA0B14BB282}"/>
                </a:ext>
              </a:extLst>
            </p:cNvPr>
            <p:cNvSpPr/>
            <p:nvPr/>
          </p:nvSpPr>
          <p:spPr>
            <a:xfrm>
              <a:off x="3117842" y="1139087"/>
              <a:ext cx="2687213" cy="553526"/>
            </a:xfrm>
            <a:prstGeom prst="roundRect">
              <a:avLst>
                <a:gd name="adj" fmla="val 4226"/>
              </a:avLst>
            </a:prstGeom>
            <a:solidFill>
              <a:srgbClr val="7EAC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9F3BD2F-68E9-4903-937C-ACBCF7CF5848}"/>
                </a:ext>
              </a:extLst>
            </p:cNvPr>
            <p:cNvSpPr/>
            <p:nvPr/>
          </p:nvSpPr>
          <p:spPr>
            <a:xfrm>
              <a:off x="3117841" y="4865995"/>
              <a:ext cx="2687213" cy="553526"/>
            </a:xfrm>
            <a:prstGeom prst="roundRect">
              <a:avLst>
                <a:gd name="adj" fmla="val 4226"/>
              </a:avLst>
            </a:prstGeom>
            <a:solidFill>
              <a:srgbClr val="7EAC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91494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Akinwunmi Michael</dc:creator>
  <cp:lastModifiedBy>Akinwunmi Michael</cp:lastModifiedBy>
  <cp:revision>13</cp:revision>
  <dcterms:created xsi:type="dcterms:W3CDTF">2026-03-09T14:59:41Z</dcterms:created>
  <dcterms:modified xsi:type="dcterms:W3CDTF">2026-03-10T12:50:04Z</dcterms:modified>
</cp:coreProperties>
</file>